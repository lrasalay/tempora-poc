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534AB7">
              <a:alpha val="15000"/>
            </a:srgbClr>
          </a:solidFill>
          <a:ln w="12700">
            <a:solidFill>
              <a:srgbClr val="534AB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enforcement to automated, auditable, developer-native governance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773168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Solution → Architecture → MCP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management is broken — and it's getting worse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651760" cy="73152"/>
          </a:xfrm>
          <a:prstGeom prst="rect">
            <a:avLst/>
          </a:prstGeom>
          <a:solidFill>
            <a:srgbClr val="A32D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live in documents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25146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laws, internal policies, and compliance rules are locked in Word docs and PDFs in Google Drive — disconnected from code.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A32D2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16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slow enforcement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5146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rely on human review cycles, periodic audits, and tribal knowledge to enforce policies. Violations slip through undetected.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188720"/>
            <a:ext cx="2651760" cy="73152"/>
          </a:xfrm>
          <a:prstGeom prst="rect">
            <a:avLst/>
          </a:prstGeom>
          <a:solidFill>
            <a:srgbClr val="A32D2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1874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feedback loop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51460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discover policy violations only at audit time or after deployment — far too late and far too costly to remediate.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INACTION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policy governance creates compounding risk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11680" cy="228600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17320"/>
            <a:ext cx="2011680" cy="64008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compliance violations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after deployment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2011680" cy="228600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1417320"/>
            <a:ext cx="2011680" cy="64008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11h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78608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manual 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54296" y="1417320"/>
            <a:ext cx="2011680" cy="228600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654296" y="1417320"/>
            <a:ext cx="2011680" cy="64008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5" name="Text 13"/>
          <p:cNvSpPr/>
          <p:nvPr/>
        </p:nvSpPr>
        <p:spPr>
          <a:xfrm>
            <a:off x="4745736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745736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remediation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post-release vs pre-commit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21424" y="1417320"/>
            <a:ext cx="2011680" cy="228600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1424" y="1417320"/>
            <a:ext cx="2011680" cy="64008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9" name="Text 17"/>
          <p:cNvSpPr/>
          <p:nvPr/>
        </p:nvSpPr>
        <p:spPr>
          <a:xfrm>
            <a:off x="6912864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912864" y="263347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today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A32D2D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scalable policy enforcement system, every new regulation becomes a fire drill — not a routine update.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policy like code — version it, review it, deploy 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840480" cy="411480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Manual policy lifecycle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stored as Word/PDF in Drive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manual reviews by legal team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history or diff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unaware of applicable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discovered at audit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is expensive and slow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143000"/>
            <a:ext cx="0" cy="3657600"/>
          </a:xfrm>
          <a:prstGeom prst="line">
            <a:avLst/>
          </a:prstGeom>
          <a:noFill/>
          <a:ln w="19050">
            <a:solidFill>
              <a:srgbClr val="E8E8E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206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4114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Policy as Code lifecycle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6420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docs auto-ingested as structured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 tracked on every document update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before publishing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surfaces policies in the developer 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caught pre-commit, not post-audit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runtime compliance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integrated layers — from document to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64008" cy="56692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6" name="Shape 4"/>
          <p:cNvSpPr/>
          <p:nvPr/>
        </p:nvSpPr>
        <p:spPr>
          <a:xfrm>
            <a:off x="384048" y="1115568"/>
            <a:ext cx="8458200" cy="566928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20700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 →  Internal policies · Regulatory laws · Non-regulatory laws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19072"/>
            <a:ext cx="64008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384048" y="1719072"/>
            <a:ext cx="8458200" cy="56692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922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181051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watcher  →  New doc: full author  |  Updated doc: diff → targeted update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64008" cy="56692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" y="2322576"/>
            <a:ext cx="8458200" cy="566928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957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Approve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41401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+ auto-check  →  Owner sign-off  →  Published to Policy Hub (versioned)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64008" cy="56692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" y="2926080"/>
            <a:ext cx="8458200" cy="566928"/>
          </a:xfrm>
          <a:prstGeom prst="rect">
            <a:avLst/>
          </a:prstGeom>
          <a:solidFill>
            <a:srgbClr val="E6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99923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Hub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01752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versioned store  →  Scan on publish  →  Conflict + lint check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29584"/>
            <a:ext cx="64008" cy="566928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22" name="Shape 20"/>
          <p:cNvSpPr/>
          <p:nvPr/>
        </p:nvSpPr>
        <p:spPr>
          <a:xfrm>
            <a:off x="384048" y="3529584"/>
            <a:ext cx="8458200" cy="566928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60273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62102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evaluate continuously at runtime  →  Allow / deny / alert  →  Compliance audit log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133088"/>
            <a:ext cx="64008" cy="56692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6" name="Shape 24"/>
          <p:cNvSpPr/>
          <p:nvPr/>
        </p:nvSpPr>
        <p:spPr>
          <a:xfrm>
            <a:off x="384048" y="4133088"/>
            <a:ext cx="8458200" cy="566928"/>
          </a:xfrm>
          <a:prstGeom prst="rect">
            <a:avLst/>
          </a:prstGeom>
          <a:solidFill>
            <a:srgbClr val="EEEDF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062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MCP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91640" y="422452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policy server  →  IDE context + pre-commit check + pre-MR check + inline fix suggestions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INGESTION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policies from Google Drive — new and updated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98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policies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Non-regulatory laws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468880"/>
            <a:ext cx="7315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3042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46120" y="1691640"/>
            <a:ext cx="1828800" cy="137160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801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watcher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+ changed docs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331720"/>
            <a:ext cx="502920" cy="0"/>
          </a:xfrm>
          <a:prstGeom prst="line">
            <a:avLst/>
          </a:prstGeom>
          <a:noFill/>
          <a:ln w="19050">
            <a:solidFill>
              <a:srgbClr val="5F5E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828800"/>
            <a:ext cx="0" cy="530352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828800"/>
            <a:ext cx="457200" cy="0"/>
          </a:xfrm>
          <a:prstGeom prst="line">
            <a:avLst/>
          </a:prstGeom>
          <a:noFill/>
          <a:ln w="19050">
            <a:solidFill>
              <a:srgbClr val="3B6D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2331720"/>
            <a:ext cx="0" cy="54864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852928"/>
            <a:ext cx="457200" cy="0"/>
          </a:xfrm>
          <a:prstGeom prst="line">
            <a:avLst/>
          </a:prstGeom>
          <a:noFill/>
          <a:ln w="19050">
            <a:solidFill>
              <a:srgbClr val="BA75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417320"/>
            <a:ext cx="2743200" cy="1143000"/>
          </a:xfrm>
          <a:prstGeom prst="rect">
            <a:avLst/>
          </a:prstGeom>
          <a:solidFill>
            <a:srgbClr val="EAF3D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1417320"/>
            <a:ext cx="2743200" cy="64008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policy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72200" y="1874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→ author policy as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rules generated end-to-end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697480"/>
            <a:ext cx="2743200" cy="1234440"/>
          </a:xfrm>
          <a:prstGeom prst="rect">
            <a:avLst/>
          </a:prstGeom>
          <a:solidFill>
            <a:srgbClr val="FAEEDA"/>
          </a:solidFill>
          <a:ln/>
        </p:spPr>
      </p:sp>
      <p:sp>
        <p:nvSpPr>
          <p:cNvPr id="24" name="Shape 22"/>
          <p:cNvSpPr/>
          <p:nvPr/>
        </p:nvSpPr>
        <p:spPr>
          <a:xfrm>
            <a:off x="6080760" y="2697480"/>
            <a:ext cx="2743200" cy="64008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policy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31546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vs new diff → targeted update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review scope and churn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converge at the Approval Workflow before any policy reaches the Policy Hub.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change requires sign-off before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20240" cy="2560320"/>
          </a:xfrm>
          <a:prstGeom prst="rect">
            <a:avLst/>
          </a:prstGeom>
          <a:solidFill>
            <a:srgbClr val="EEEDFE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1920240" cy="731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463040"/>
            <a:ext cx="384048" cy="384048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authored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policy code generated from Drive doc (new or diff)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03704" y="23591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95728" y="1280160"/>
            <a:ext cx="1920240" cy="2560320"/>
          </a:xfrm>
          <a:prstGeom prst="rect">
            <a:avLst/>
          </a:prstGeom>
          <a:solidFill>
            <a:srgbClr val="FAEED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95728" y="1280160"/>
            <a:ext cx="1920240" cy="7315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4" name="Shape 12"/>
          <p:cNvSpPr/>
          <p:nvPr/>
        </p:nvSpPr>
        <p:spPr>
          <a:xfrm>
            <a:off x="2532888" y="1463040"/>
            <a:ext cx="384048" cy="384048"/>
          </a:xfrm>
          <a:prstGeom prst="ellipse">
            <a:avLst/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32888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32888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 + legal team sign-off on policy intent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25112" y="23591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17136" y="1280160"/>
            <a:ext cx="1920240" cy="2560320"/>
          </a:xfrm>
          <a:prstGeom prst="rect">
            <a:avLst/>
          </a:prstGeom>
          <a:solidFill>
            <a:srgbClr val="E6F1FB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17136" y="1280160"/>
            <a:ext cx="1920240" cy="731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1" name="Shape 19"/>
          <p:cNvSpPr/>
          <p:nvPr/>
        </p:nvSpPr>
        <p:spPr>
          <a:xfrm>
            <a:off x="4654296" y="1463040"/>
            <a:ext cx="384048" cy="38404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54296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sign-off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54296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owner accepts or rejects with comments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359152"/>
            <a:ext cx="201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5E5A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38544" y="1280160"/>
            <a:ext cx="1920240" cy="2560320"/>
          </a:xfrm>
          <a:prstGeom prst="rect">
            <a:avLst/>
          </a:prstGeom>
          <a:solidFill>
            <a:srgbClr val="EAF3DE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38544" y="1280160"/>
            <a:ext cx="1920240" cy="73152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28" name="Shape 26"/>
          <p:cNvSpPr/>
          <p:nvPr/>
        </p:nvSpPr>
        <p:spPr>
          <a:xfrm>
            <a:off x="6775704" y="1463040"/>
            <a:ext cx="384048" cy="384048"/>
          </a:xfrm>
          <a:prstGeom prst="ellipse">
            <a:avLst/>
          </a:prstGeom>
          <a:solidFill>
            <a:srgbClr val="3B6D11"/>
          </a:solidFill>
          <a:ln/>
        </p:spPr>
      </p:sp>
      <p:sp>
        <p:nvSpPr>
          <p:cNvPr id="29" name="Text 27"/>
          <p:cNvSpPr/>
          <p:nvPr/>
        </p:nvSpPr>
        <p:spPr>
          <a:xfrm>
            <a:off x="6775704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75704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hub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75704" y="254203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immutable policy stored and scanned for conflicts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069080"/>
            <a:ext cx="8595360" cy="749808"/>
          </a:xfrm>
          <a:prstGeom prst="rect">
            <a:avLst/>
          </a:prstGeom>
          <a:solidFill>
            <a:srgbClr val="FCEBEB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" y="4069080"/>
            <a:ext cx="54864" cy="749808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1513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path:  If legal review or owner sign-off fails → policy returns to authoring with reviewer comments attached. No policy reaches the hub without explicit approval.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enforcement, native to the developer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023360" cy="150876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98448"/>
            <a:ext cx="402336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411480" cy="2743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" y="143560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policy server connects to the IDE. Relevant policies are surfaced as the developer writes code — no context switching.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023360" cy="150876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298448"/>
            <a:ext cx="402336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463040"/>
            <a:ext cx="411480" cy="2743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63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13248" y="1435608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89280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hook calls MCP to evaluate staged diff. Violations surface in the terminal with the exact rule and a suggested fix.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023360" cy="150876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017520"/>
            <a:ext cx="402336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82112"/>
            <a:ext cx="411480" cy="2743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82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8408" y="31546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Pre-MR policy gate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merge request is submitted, MCP runs a full policy evaluation. Failing checks block the MR with actionable guidance.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023360" cy="150876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017520"/>
            <a:ext cx="4023360" cy="6400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3182112"/>
            <a:ext cx="411480" cy="2743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1821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13248" y="315468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continuously call the MCP policy server at runtime. Every request is evaluated against live policies — allow, deny, or alert.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evaluate policies at runtime — not just at deploy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2468880"/>
          </a:xfrm>
          <a:prstGeom prst="rect">
            <a:avLst/>
          </a:prstGeom>
          <a:solidFill>
            <a:srgbClr val="EAF3DE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73152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35608"/>
            <a:ext cx="822960" cy="347472"/>
          </a:xfrm>
          <a:prstGeom prst="rect">
            <a:avLst/>
          </a:prstGeom>
          <a:solidFill>
            <a:srgbClr val="3B6D1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356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complies with all applicable policies. Proceeds normally. Logged for audit trail.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1234440"/>
            <a:ext cx="2651760" cy="2468880"/>
          </a:xfrm>
          <a:prstGeom prst="rect">
            <a:avLst/>
          </a:prstGeom>
          <a:solidFill>
            <a:srgbClr val="FAEEDA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34440"/>
            <a:ext cx="2651760" cy="7315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435608"/>
            <a:ext cx="822960" cy="347472"/>
          </a:xfrm>
          <a:prstGeom prst="rect">
            <a:avLst/>
          </a:prstGeom>
          <a:solidFill>
            <a:srgbClr val="BA7517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4356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94767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complies but touches a sensitive policy boundary. Logged with elevated priority for review.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2468880"/>
          </a:xfrm>
          <a:prstGeom prst="rect">
            <a:avLst/>
          </a:prstGeom>
          <a:solidFill>
            <a:srgbClr val="FCEBEB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2651760" cy="73152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435608"/>
            <a:ext cx="822960" cy="347472"/>
          </a:xfrm>
          <a:prstGeom prst="rect">
            <a:avLst/>
          </a:prstGeom>
          <a:solidFill>
            <a:srgbClr val="A3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4356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947672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violates one or more policies. Blocked immediately. Developer and owner notified.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840480"/>
            <a:ext cx="8595360" cy="896112"/>
          </a:xfrm>
          <a:prstGeom prst="rect">
            <a:avLst/>
          </a:prstGeom>
          <a:solidFill>
            <a:srgbClr val="E8E8E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31920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evaluation — allow, alert, or deny — is logged with timestamp, app identity, policy version, and decision rationale. This creates a continuous, queryable audit trail for compliance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Policy as Code delivers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4864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docs → versioned policy code. No more scattered Word files.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54864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diff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surface as targeted diffs, not full re-reviews.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54864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approval workflow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198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owner sign-off required before any policy ships.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54864" cy="502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527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Developer-native enforcement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810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surfaces violations at write time, not audit time.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313432"/>
            <a:ext cx="54864" cy="502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runtime compliance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151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evaluate every request — allow, alert, or deny.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118104"/>
            <a:ext cx="54864" cy="50292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4198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decision logged with version, identity, and rationale.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1A47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7091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Connect Google Drive · Define policy categories · Configure MCP server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as Code</dc:title>
  <dc:subject>PptxGenJS Presentation</dc:subject>
  <dc:creator>PptxGenJS</dc:creator>
  <cp:lastModifiedBy>PptxGenJS</cp:lastModifiedBy>
  <cp:revision>1</cp:revision>
  <dcterms:created xsi:type="dcterms:W3CDTF">2026-03-25T01:44:58Z</dcterms:created>
  <dcterms:modified xsi:type="dcterms:W3CDTF">2026-03-25T01:44:58Z</dcterms:modified>
</cp:coreProperties>
</file>